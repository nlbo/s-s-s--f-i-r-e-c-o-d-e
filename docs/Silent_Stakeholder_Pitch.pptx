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enalbandyan-Desktop-projects-sss-firecode/66a65818-fc64-47ac-970b-f7a091c61f08/scratchpad/deckimg/slid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enalbandyan-Desktop-projects-sss-firecode/66a65818-fc64-47ac-970b-f7a091c61f08/scratchpad/deckimg/slid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enalbandyan-Desktop-projects-sss-firecode/66a65818-fc64-47ac-970b-f7a091c61f08/scratchpad/deckimg/slide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enalbandyan-Desktop-projects-sss-firecode/66a65818-fc64-47ac-970b-f7a091c61f08/scratchpad/deckimg/slide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enalbandyan-Desktop-projects-sss-firecode/66a65818-fc64-47ac-970b-f7a091c61f08/scratchpad/deckimg/slide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enalbandyan-Desktop-projects-sss-firecode/66a65818-fc64-47ac-970b-f7a091c61f08/scratchpad/deckimg/slide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enalbandyan-Desktop-projects-sss-firecode/66a65818-fc64-47ac-970b-f7a091c61f08/scratchpad/deckimg/slide-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enalbandyan-Desktop-projects-sss-firecode/66a65818-fc64-47ac-970b-f7a091c61f08/scratchpad/deckimg/slide-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enalbandyan-Desktop-projects-sss-firecode/66a65818-fc64-47ac-970b-f7a091c61f08/scratchpad/deckimg/slide-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The Silent Stakeholder</dc:creator>
  <cp:lastModifiedBy>The Silent Stakeholder</cp:lastModifiedBy>
  <cp:revision>1</cp:revision>
  <dcterms:created xsi:type="dcterms:W3CDTF">2026-08-01T05:12:13Z</dcterms:created>
  <dcterms:modified xsi:type="dcterms:W3CDTF">2026-08-01T05:12:13Z</dcterms:modified>
</cp:coreProperties>
</file>