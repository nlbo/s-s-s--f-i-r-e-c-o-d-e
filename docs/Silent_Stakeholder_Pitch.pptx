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we don't tell you what users complained about — we tell you what they needed and never said, and we prove it with hindsight.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other team is likely to validate predictions against ground truth. This is our headline rigor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🔇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Stakeholder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the needs users </a:t>
            </a:r>
            <a:pPr indent="0" marL="0">
              <a:buNone/>
            </a:pPr>
            <a:r>
              <a:rPr lang="en-US" sz="2200" b="1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said</a:t>
            </a:r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proving them from the data.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Firecode Hackathon  ·  WordPress for Android  ·  a latent-need analyzer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github.com/Nlbo/s-s-s--f-i-r-e-c-o-d-e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stakeholder who never files a ticket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has a user whose real need quietly diverges from what the team is building. 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join sprint planning. They just churn.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73736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are easy.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0" y="2560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a review and list the top gripes.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hard, valuable thing: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0" y="4023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the LATENT need — the pain users feel but never articulate as a fix — and be right.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“Listing frequent complaints scores poorly.”  — the brief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THAT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≠ frequent. We measure latency.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complaint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pain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everyone names the fix.</a:t>
            </a:r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count → the biggest blob wins.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poorly.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12210F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need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pain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users rarely name the fix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describe the workaround, or churn silently.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value 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 =  pain_rate  ×  (1 − explicit_ask_rate)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pipeline over two sides of one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App-store reviews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32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user issues (👍)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169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tickets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Milestones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616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Prioritized / labeled issues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19456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50792" y="2395728"/>
            <a:ext cx="512064" cy="51206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050792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01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units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109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01768" y="219456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2395728"/>
            <a:ext cx="512064" cy="51206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1768" y="3017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3401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themes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81928" y="2194560"/>
            <a:ext cx="109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45936" y="219456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39128" y="2395728"/>
            <a:ext cx="512064" cy="51206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45936" y="3017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91656" y="3401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vs roadmap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26096" y="2194560"/>
            <a:ext cx="109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90104" y="219456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83296" y="2395728"/>
            <a:ext cx="512064" cy="51206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1" name="Text 29"/>
          <p:cNvSpPr/>
          <p:nvPr/>
        </p:nvSpPr>
        <p:spPr>
          <a:xfrm>
            <a:off x="8083296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90104" y="3017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35824" y="3401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V·D·I·K·G·X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970264" y="2194560"/>
            <a:ext cx="109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034272" y="219456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427464" y="2395728"/>
            <a:ext cx="512064" cy="51206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7" name="Text 35"/>
          <p:cNvSpPr/>
          <p:nvPr/>
        </p:nvSpPr>
        <p:spPr>
          <a:xfrm>
            <a:off x="9427464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034272" y="3017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79992" y="3401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314432" y="2194560"/>
            <a:ext cx="109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378440" y="219456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771632" y="2395728"/>
            <a:ext cx="512064" cy="51206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3" name="Text 41"/>
          <p:cNvSpPr/>
          <p:nvPr/>
        </p:nvSpPr>
        <p:spPr>
          <a:xfrm>
            <a:off x="10771632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378440" y="3017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424160" y="3401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vs history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Ranked gaps, each with need · confidence · evidence-by-ID · verdict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OpenAI, or fully offline (TF-IDF + rules) — reproducible &amp; testable.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backtest, not an opinion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from 2016. We have the repo's full history to 2026.
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predict gaps using 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2016 data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check what the team 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built afterward.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’16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needs from 2016 signals vs the 2016 roadmap.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3291840"/>
            <a:ext cx="640080" cy="64008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team ship later? How late? Still open?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306324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0F2A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329184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9828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4114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us” becomes a checkable receipt.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VALIDATED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predicted needs were shipped 2–11 months later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multi-image / media upload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UNDER-PRIORITIZED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50%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F2A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GH-5434 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90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text-formatting in the editor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08760" y="3410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UNDER-PRIORITIZED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3172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47%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28803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F2A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GH-5685 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041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media-library experience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508760" y="44622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UNDER-PRIORITIZED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4224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45%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39319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F2A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2104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GH-6955 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 mo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4 116 signals  ·  1 719-item T0 roadmap  ·  every gap traces to signal IDs — no evidence, no gap.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YOU CAN DEFEND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formula, not a vibe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4884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2037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44568" y="214884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57800" y="22037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diversity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214884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0" y="22037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38328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4381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43400" y="31089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44568" y="338328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34381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gap-clarity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1089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47888" y="338328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4788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0" y="34381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its V·D·I·K·G·X breakdown.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to defend any number → we point at the vector.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only say “calibrated” when the backtest gives enough labels to fit — otherwise we say so.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rubric — and the live defense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&amp; rigor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provable from linked IDs; verdicts + confidence backtested against real outcomes.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defense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critic already argued the null hypothesis; the confidence breakdown answers “defend this.”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94560"/>
            <a:ext cx="548640" cy="54864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 &amp; security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Spec-driven, typed, tested, CI with a secret scan; honest incremental commit history.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🔇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the silent stakeholder before they did.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023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2016-only data we flagged 3 under-prioritized needs. 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shipped fixes for all three within 2–11 months.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github.com/Nlbo/s-s-s--f-i-r-e-c-o-d-e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The Silent Stakeholder</dc:creator>
  <cp:lastModifiedBy>The Silent Stakeholder</cp:lastModifiedBy>
  <cp:revision>1</cp:revision>
  <dcterms:created xsi:type="dcterms:W3CDTF">2026-07-31T10:36:58Z</dcterms:created>
  <dcterms:modified xsi:type="dcterms:W3CDTF">2026-07-31T10:36:58Z</dcterms:modified>
</cp:coreProperties>
</file>