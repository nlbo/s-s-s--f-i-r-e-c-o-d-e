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we don't tell you what users complained about — we tell you what they needed and never said, and we prove it with hindsight.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other team is likely to validate predictions against ground truth. This is our headline rigor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🔇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Silent Stakeholder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58368" y="3657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Surfacing the needs users </a:t>
            </a:r>
            <a:pPr indent="0" marL="0">
              <a:buNone/>
            </a:pPr>
            <a:r>
              <a:rPr lang="en-US" sz="2200" b="1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said</a:t>
            </a:r>
            <a:pPr indent="0" marL="0">
              <a:buNone/>
            </a:pPr>
            <a:r>
              <a:rPr lang="en-US" sz="2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proving them from the data.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Firecode Hackathon  ·  WordPress for Android  ·  a latent-need analyzer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github.com/Nlbo/s-s-s--f-i-r-e-c-o-d-e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stakeholder who never files a ticket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has a user whose real need quietly diverges from what the team is building. 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never join sprint planning. They just churn.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0" y="1737360"/>
            <a:ext cx="3749040" cy="4206240"/>
          </a:xfrm>
          <a:prstGeom prst="roundRect">
            <a:avLst>
              <a:gd name="adj" fmla="val 195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0" y="2011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are easy.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0" y="25603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read a review and list the top gripes.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hard, valuable thing: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046720" y="40233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LATENT need — the pain users feel but never articulate as a fix — and be right.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120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“Listing frequent complaints scores poorly.”  — the brief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 THAT WINS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≠ frequent. We measure latency.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2926080"/>
          </a:xfrm>
          <a:prstGeom prst="roundRect">
            <a:avLst>
              <a:gd name="adj" fmla="val 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complaint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pain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everyone names the fix.</a:t>
            </a:r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+ count → the biggest blob wins.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4023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poorly.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212080" cy="2926080"/>
          </a:xfrm>
          <a:prstGeom prst="roundRect">
            <a:avLst>
              <a:gd name="adj" fmla="val 2500"/>
            </a:avLst>
          </a:prstGeom>
          <a:solidFill>
            <a:srgbClr val="12210F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0574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need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51460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pain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users rarely name the fix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they describe the workaround, or churn silently.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4023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the value is.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 =  pain_rate  ×  (1 − explicit_ask_rate)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pipeline over two sides of one product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App-store reviews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328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GitHub user issues (👍)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9169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Support tickets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Milestones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3616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Prioritized / labeled issues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0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50792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3" name="Text 11"/>
          <p:cNvSpPr/>
          <p:nvPr/>
        </p:nvSpPr>
        <p:spPr>
          <a:xfrm>
            <a:off x="4050792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JTBD units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2194560"/>
            <a:ext cx="109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01768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94960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9" name="Text 17"/>
          <p:cNvSpPr/>
          <p:nvPr/>
        </p:nvSpPr>
        <p:spPr>
          <a:xfrm>
            <a:off x="5394960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01768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47488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themes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81928" y="2194560"/>
            <a:ext cx="109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345936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39128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25" name="Text 23"/>
          <p:cNvSpPr/>
          <p:nvPr/>
        </p:nvSpPr>
        <p:spPr>
          <a:xfrm>
            <a:off x="6739128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45936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91656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vs roadmap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626096" y="2194560"/>
            <a:ext cx="109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690104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083296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31" name="Text 29"/>
          <p:cNvSpPr/>
          <p:nvPr/>
        </p:nvSpPr>
        <p:spPr>
          <a:xfrm>
            <a:off x="8083296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690104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35824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V·D·I·K·G·X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970264" y="2194560"/>
            <a:ext cx="109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034272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427464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37" name="Text 35"/>
          <p:cNvSpPr/>
          <p:nvPr/>
        </p:nvSpPr>
        <p:spPr>
          <a:xfrm>
            <a:off x="9427464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034272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079992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falsify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0314432" y="2194560"/>
            <a:ext cx="1097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→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0378440" y="2194560"/>
            <a:ext cx="1298448" cy="2011680"/>
          </a:xfrm>
          <a:prstGeom prst="roundRect">
            <a:avLst>
              <a:gd name="adj" fmla="val 563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771632" y="2395728"/>
            <a:ext cx="512064" cy="512064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771632" y="23957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378440" y="3017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424160" y="3401568"/>
            <a:ext cx="1207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vs history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3657600" y="4389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Ranked gaps, each with need · confidence · evidence-by-ID · verdict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OpenAI, or fully offline (TF-IDF + rules) — reproducible &amp; testable.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backtest, not an opinion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are from 2016. We have the repo's full history to 2026.
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predict gaps using </a:t>
            </a:r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2016 data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check what the team </a:t>
            </a:r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built afterward.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640080" cy="64008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’16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9164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needs from 2016 signals vs the 2016 roadmap.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3063240"/>
            <a:ext cx="3429000" cy="2651760"/>
          </a:xfrm>
          <a:prstGeom prst="roundRect">
            <a:avLst>
              <a:gd name="adj" fmla="val 275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3291840"/>
            <a:ext cx="640080" cy="640080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9496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the team ship later? How late? Still open?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3063240"/>
            <a:ext cx="3474720" cy="2651760"/>
          </a:xfrm>
          <a:prstGeom prst="roundRect">
            <a:avLst>
              <a:gd name="adj" fmla="val 2759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3291840"/>
            <a:ext cx="640080" cy="6400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098280" y="3383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“Trust us” becomes a checkable receipt.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VALIDATED BY HINDSIGHT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missed 5 needs — team fixed all 5, 8–27 months late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70408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792224"/>
            <a:ext cx="438912" cy="438912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7922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1728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that reliably works (no 403s)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0665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UNDER-PRIORITIZED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852160" y="18288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863840" y="164592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84708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mo · GH-8300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87168"/>
            <a:ext cx="70408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2633472"/>
            <a:ext cx="438912" cy="438912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26334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17320" y="256946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attachment in posts that sticks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29077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UNDER-PRIORITIZED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852160" y="267004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863840" y="2487168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046720" y="268833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 mo · GH-6654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328416"/>
            <a:ext cx="70408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3474720"/>
            <a:ext cx="438912" cy="438912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3474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17320" y="3410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creation without mysterious errors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17320" y="37490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UNDER-PRIORITIZED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52160" y="351129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863840" y="3328416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046720" y="352958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 mo · GH-8460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4169664"/>
            <a:ext cx="70408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" y="4315968"/>
            <a:ext cx="438912" cy="438912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30" name="Text 28"/>
          <p:cNvSpPr/>
          <p:nvPr/>
        </p:nvSpPr>
        <p:spPr>
          <a:xfrm>
            <a:off x="841248" y="43159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417320" y="4251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reliably load &amp; refresh over time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417320" y="459028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UNDER-PRIORITIZED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52160" y="43525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863840" y="4169664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046720" y="4370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 mo · GH-8384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5010912"/>
            <a:ext cx="70408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41248" y="5157216"/>
            <a:ext cx="438912" cy="438912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" y="5157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417320" y="50932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comments experience you can navigate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417320" y="543153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MISUNDERSTOOD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52160" y="51937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7863840" y="5010912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0F2A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8046720" y="5212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mo · GH-6717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4 116 signals · 1 719-item T0 roadmap · backtest confirmed 13/15 gaps genuine · every gap traces to IDs.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YOU CAN DEFEND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 formula, not a vibe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48840"/>
            <a:ext cx="502920" cy="5029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148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20370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44568" y="2148840"/>
            <a:ext cx="502920" cy="5029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0" name="Text 8"/>
          <p:cNvSpPr/>
          <p:nvPr/>
        </p:nvSpPr>
        <p:spPr>
          <a:xfrm>
            <a:off x="4544568" y="2148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257800" y="220370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diversity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187452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47888" y="2148840"/>
            <a:ext cx="502920" cy="5029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2148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961120" y="220370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10896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3383280"/>
            <a:ext cx="502920" cy="5029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54480" y="343814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43400" y="310896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44568" y="3383280"/>
            <a:ext cx="502920" cy="5029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4544568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257800" y="343814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gap-clarity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046720" y="310896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47888" y="3383280"/>
            <a:ext cx="502920" cy="5029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961120" y="343814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0080" y="452628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score ships its V·D·I·K·G·X breakdown.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us to defend any number → we point at the vector. 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vary (50–71%). Backtest confirmed 13/15 genuine — too skewed to fake a calibration curve, so we keep the transparent score and say so.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rubric — and the live defense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&amp; rigor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gap provable from linked IDs; verdicts + confidence backtested against real outcomes.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92024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94560"/>
            <a:ext cx="548640" cy="54864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17720" y="2880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defense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35661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adversarial critic already argued the null hypothesis; the confidence breakdown answers “defend this.”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92024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194560"/>
            <a:ext cx="548640" cy="54864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21040" y="2880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quality &amp; security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5661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Spec-driven, typed, tested, CI with a secret scan; honest incremental commit history.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8872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🔇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saw the silent stakeholder before they did.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40233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2016-only data — 5 latent needs the roadmap missed. </a:t>
            </a:r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fixed all five, 8–27 months late; backtest confirmed 13/15 genuine.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836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github.com/Nlbo/s-s-s--f-i-r-e-c-o-d-e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The Silent Stakeholder</dc:creator>
  <cp:lastModifiedBy>The Silent Stakeholder</cp:lastModifiedBy>
  <cp:revision>1</cp:revision>
  <dcterms:created xsi:type="dcterms:W3CDTF">2026-07-31T16:24:58Z</dcterms:created>
  <dcterms:modified xsi:type="dcterms:W3CDTF">2026-07-31T16:24:58Z</dcterms:modified>
</cp:coreProperties>
</file>